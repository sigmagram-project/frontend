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926080"/>
            <a:ext cx="2377440" cy="2377440"/>
          </a:xfrm>
          <a:prstGeom prst="ellipse">
            <a:avLst/>
          </a:prstGeom>
          <a:solidFill>
            <a:srgbClr val="273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IMAGE BOARD PROJECT  •  DEVELOPER PRIMER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React, HTML &amp; CSS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Everything you need to understand before touching the code -- plus what Task 1 requires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HTML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8249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F7A"/>
                </a:solidFill>
                <a:latin typeface="Calibri"/>
              </a:rPr>
              <a:t>The tags this project actually uses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831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318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963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CSS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5117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F7A"/>
                </a:solidFill>
                <a:latin typeface="Calibri"/>
              </a:rPr>
              <a:t>Box model, selectors, flexbox &amp; grid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518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5186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649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React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1985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F7A"/>
                </a:solidFill>
                <a:latin typeface="Calibri"/>
              </a:rPr>
              <a:t>Components, JSX, props, state, effects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205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2054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336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Our Project's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8853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F7A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1892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8922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02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What Task 1 Needs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5721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F7A"/>
                </a:solidFill>
                <a:latin typeface="Calibri"/>
              </a:rPr>
              <a:t>The exact concepts behind your two blanks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HTML Basics: Structure &amp;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The handful of tags this project actually relies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33172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&lt;form&gt;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874519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Wraps inputs; onSubmit fires when the user submits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24327"/>
            <a:ext cx="233172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24327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&lt;input type="file"&gt;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624327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Lets the user pick a file from their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74135"/>
            <a:ext cx="233172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74135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&lt;button&gt;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374135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Clickable control; type="submit" submits the 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3"/>
            <a:ext cx="233172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3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&lt;img&gt;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123943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Displays an image from a src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73751"/>
            <a:ext cx="233172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73751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&lt;ul&gt; / &lt;li&gt;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873751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A list -- we render one &lt;li&gt; per 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002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Our actual upload 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96596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130552"/>
            <a:ext cx="3108960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&lt;form onSubmit={handleSubmit}&gt;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&lt;input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type="file"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accept="image/*"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onChange={...}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/&gt;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&lt;button type="submit"&gt;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Upload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&lt;/button&gt;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&lt;/form&gt;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CSS Basics: Styling &amp;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How the gallery grid and cards actually get their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.gallery {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A"/>
                </a:solidFill>
                <a:latin typeface="Calibri"/>
              </a:rPr>
              <a:t>Class selector -- targets any element with class="gallery"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Box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A"/>
                </a:solidFill>
                <a:latin typeface="Calibri"/>
              </a:rPr>
              <a:t>Every element = content + padding + border +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Flexbox /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0740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A"/>
                </a:solidFill>
                <a:latin typeface="Calibri"/>
              </a:rPr>
              <a:t>Layout systems for arranging multiple 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5120640" cy="1417320"/>
          </a:xfrm>
          <a:prstGeom prst="roundRect">
            <a:avLst>
              <a:gd name="adj" fmla="val 3000"/>
            </a:avLst>
          </a:prstGeom>
          <a:solidFill>
            <a:srgbClr val="F6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7550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A"/>
                </a:solidFill>
                <a:latin typeface="Calibri"/>
              </a:rPr>
              <a:t>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440680"/>
            <a:ext cx="4480560" cy="868680"/>
          </a:xfrm>
          <a:prstGeom prst="roundRect">
            <a:avLst>
              <a:gd name="adj" fmla="val 3000"/>
            </a:avLst>
          </a:prstGeom>
          <a:solidFill>
            <a:srgbClr val="F3E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A"/>
                </a:solidFill>
                <a:latin typeface="Calibri"/>
              </a:rPr>
              <a:t>border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715000"/>
            <a:ext cx="3931920" cy="457200"/>
          </a:xfrm>
          <a:prstGeom prst="roundRect">
            <a:avLst>
              <a:gd name="adj" fmla="val 3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7424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padding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5897880"/>
            <a:ext cx="320040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Our actual gallery grid 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965960"/>
            <a:ext cx="5394960" cy="393192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30552"/>
            <a:ext cx="4937760" cy="3602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.gallery {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display: grid;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grid-template-columns: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repeat(auto-fill, minmax(240px, 1fr));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gap: 16px;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padding: 24px;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.image-card img {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width: 100%;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height: 180px;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object-fit: cover;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What Is React?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A library for building UIs out of small, reusable pieces called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297680"/>
          </a:xfrm>
          <a:prstGeom prst="roundRect">
            <a:avLst>
              <a:gd name="adj" fmla="val 3000"/>
            </a:avLst>
          </a:prstGeom>
          <a:solidFill>
            <a:srgbClr val="273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urier New"/>
              </a:rPr>
              <a:t>&lt;App 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1460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&lt;Logo 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33756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&lt;ImageUpload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343400"/>
            <a:ext cx="9784080" cy="1737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&lt;ImageGallery /&gt;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89204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latin typeface="Courier New"/>
              </a:rPr>
              <a:t>&lt;ImageCard /&gt;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89204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48920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latin typeface="Courier New"/>
              </a:rPr>
              <a:t>&lt;ImageCard /&gt;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89204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89204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latin typeface="Courier New"/>
              </a:rPr>
              <a:t>&lt;ImageCard /&gt;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39" y="251460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51460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&lt;FeedbackModal /&gt;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JSX: HTML-Like Syntax, but It's JavaScript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53619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0876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{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2704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A"/>
                </a:solidFill>
                <a:latin typeface="Calibri"/>
              </a:rPr>
              <a:t>Curly braces embed any JS expression -- a variable, a function call, anything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7128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className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8541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A"/>
                </a:solidFill>
                <a:latin typeface="Calibri"/>
              </a:rPr>
              <a:t>Use className instead of class (class is a reserved JS word)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8529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2549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Self-closing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4378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A"/>
                </a:solidFill>
                <a:latin typeface="Calibri"/>
              </a:rPr>
              <a:t>Tags with no children must self-close: &lt;img /&gt; not &lt;img&gt;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51129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11296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83864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One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02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A"/>
                </a:solidFill>
                <a:latin typeface="Calibri"/>
              </a:rPr>
              <a:t>A component must return a single wrapping element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087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Real JSX from our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74519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039111"/>
            <a:ext cx="4754880" cy="2414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export default function LikeButton({ image }) {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const [likeCount, setLikeCount] =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useState(image.likeCount);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return (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&lt;button onClick={handleClick}&gt;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  {liked ? 'Unlike' : 'Like'} ({likeCount})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&lt;/button&gt;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);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5488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5F7A"/>
                </a:solidFill>
                <a:latin typeface="Calibri"/>
              </a:rPr>
              <a:t>Note: {liked ? 'Unlike' : 'Like'} is a JS ternary -- picks the label based on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Components &amp;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A component is a function. Props are how a parent passes it data -- like function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Parent: passing props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66344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// ImageGallery.jsx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{images.map((image) =&gt; (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&lt;ImageCard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key={image.id}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image={image}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imageUrl={imageDataUrl(image.id)}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/&gt;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))}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Child: receiving props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9456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59152"/>
            <a:ext cx="493776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// ImageCard.jsx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export default function ImageCard(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{ image, imageUrl }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) {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return (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  &lt;img src={imageUrl} alt={image.filename} /&gt;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  );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1">
                <a:solidFill>
                  <a:srgbClr val="1E2761"/>
                </a:solidFill>
                <a:latin typeface="Calibri"/>
              </a:rPr>
              <a:t>Props flow one direction: parent -&gt; child. A child can never change its own props -- only the parent that passed them 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State: useState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Data that changes over time, and should make the component re-render when it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1"/>
            <a:ext cx="100584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>
                <a:solidFill>
                  <a:srgbClr val="CADCFC"/>
                </a:solidFill>
                <a:latin typeface="Courier New"/>
              </a:rPr>
              <a:t>const [file, setFile] = useState(null);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The current value -- read it like a normal variable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93008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setFile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93008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The function to update it -- calling this triggers a re-render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51376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useState(null)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51376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The starting value, before anything happens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From our project (ImageUpload.jsx)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8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05272"/>
            <a:ext cx="100584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const [file, setFile] = useState(null);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// ... later, in the input's onChange:</a:t>
            </a:r>
          </a:p>
          <a:p>
            <a:pPr algn="l"/>
            <a:r>
              <a:rPr sz="1300">
                <a:solidFill>
                  <a:srgbClr val="CADCFC"/>
                </a:solidFill>
                <a:latin typeface="Courier New"/>
              </a:rPr>
              <a:t>onChange={(e) =&gt; setFile(e.target.files[0])}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Effects: useEffect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For anything that reaches outside the component -- network calls, timers,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From our project (ImageGallery.jsx)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66344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>
                <a:solidFill>
                  <a:srgbClr val="CADCFC"/>
                </a:solidFill>
                <a:latin typeface="Courier New"/>
              </a:rPr>
              <a:t>useEffect(() =&gt; {</a:t>
            </a:r>
          </a:p>
          <a:p>
            <a:pPr algn="l"/>
            <a:r>
              <a:rPr sz="1500">
                <a:solidFill>
                  <a:srgbClr val="CADCFC"/>
                </a:solidFill>
                <a:latin typeface="Courier New"/>
              </a:rPr>
              <a:t>  fetchImages()</a:t>
            </a:r>
          </a:p>
          <a:p>
            <a:pPr algn="l"/>
            <a:r>
              <a:rPr sz="1500">
                <a:solidFill>
                  <a:srgbClr val="CADCFC"/>
                </a:solidFill>
                <a:latin typeface="Courier New"/>
              </a:rPr>
              <a:t>    .then(setImages)</a:t>
            </a:r>
          </a:p>
          <a:p>
            <a:pPr algn="l"/>
            <a:r>
              <a:rPr sz="1500">
                <a:solidFill>
                  <a:srgbClr val="CADCFC"/>
                </a:solidFill>
                <a:latin typeface="Courier New"/>
              </a:rPr>
              <a:t>    .catch(console.error);</a:t>
            </a:r>
          </a:p>
          <a:p>
            <a:pPr algn="l"/>
            <a:r>
              <a:rPr sz="1500">
                <a:solidFill>
                  <a:srgbClr val="CADCFC"/>
                </a:solidFill>
                <a:latin typeface="Courier New"/>
              </a:rPr>
              <a:t>}, []);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The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222A"/>
                </a:solidFill>
                <a:latin typeface="Calibri"/>
              </a:rPr>
              <a:t>Runs after the component renders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546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The []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20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222A"/>
                </a:solidFill>
                <a:latin typeface="Calibri"/>
              </a:rPr>
              <a:t>Controls when it re-runs -- empty = only once, on 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023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[someVar]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389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222A"/>
                </a:solidFill>
                <a:latin typeface="Calibri"/>
              </a:rPr>
              <a:t>Re-runs whenever someVar changes between renders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1">
                <a:solidFill>
                  <a:srgbClr val="1E2761"/>
                </a:solidFill>
                <a:latin typeface="Calibri"/>
              </a:rPr>
              <a:t>This is exactly how images load when the page first opens: the empty [] means "fetch once, right when this component appears."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Handling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camelCase event names, and you pass a function -- not a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  <a:effectLst>
            <a:outerShdw blurRad="90000" dist="25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ourier New"/>
              </a:rPr>
              <a:t>onClick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A"/>
                </a:solidFill>
                <a:latin typeface="Calibri"/>
              </a:rPr>
              <a:t>Button/element clicked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78308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  <a:effectLst>
            <a:outerShdw blurRad="90000" dist="25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ourier New"/>
              </a:rPr>
              <a:t>onChange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A"/>
                </a:solidFill>
                <a:latin typeface="Calibri"/>
              </a:rPr>
              <a:t>Input value changed (e.g. a new file picked)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78308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  <a:effectLst>
            <a:outerShdw blurRad="90000" dist="25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ourier New"/>
              </a:rPr>
              <a:t>onSubmit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A"/>
                </a:solidFill>
                <a:latin typeface="Calibri"/>
              </a:rPr>
              <a:t>A &lt;form&gt; was submitted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From our project (ImageUpload.jsx)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10881360" cy="301752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10424160" cy="2688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const handleSubmit = async (e) =&gt; {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e.preventDefault();  // stop the page reloading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if (!file) return;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try {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  await uploadImage(file);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  setFile(null);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} catch (err) {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  console.error('Upload failed', err);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  }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};</a:t>
            </a:r>
          </a:p>
          <a:p>
            <a:pPr algn="l"/>
            <a:r>
              <a:rPr sz="1350">
                <a:solidFill>
                  <a:srgbClr val="CADCFC"/>
                </a:solidFill>
                <a:latin typeface="Courier New"/>
              </a:rPr>
              <a:t>&lt;form onSubmit={handleSubmit}&gt;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Rendering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.map() turns an array of data into an array of JSX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1"/>
            <a:ext cx="104241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CADCFC"/>
                </a:solidFill>
                <a:latin typeface="Courier New"/>
              </a:rPr>
              <a:t>{images.map((image) =&gt; (</a:t>
            </a:r>
          </a:p>
          <a:p>
            <a:pPr algn="l"/>
            <a:r>
              <a:rPr sz="1600">
                <a:solidFill>
                  <a:srgbClr val="CADCFC"/>
                </a:solidFill>
                <a:latin typeface="Courier New"/>
              </a:rPr>
              <a:t>  &lt;ImageCard key={image.id} image={image} /&gt;</a:t>
            </a:r>
          </a:p>
          <a:p>
            <a:pPr algn="l"/>
            <a:r>
              <a:rPr sz="1600">
                <a:solidFill>
                  <a:srgbClr val="CADCFC"/>
                </a:solidFill>
                <a:latin typeface="Courier New"/>
              </a:rPr>
              <a:t>))}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.map()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37560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Runs a function over every item in the array, collecting the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95928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95928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key={image.id}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995928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React needs a unique, stable id per item to track what changed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54296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5429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Without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54296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A"/>
                </a:solidFill>
                <a:latin typeface="Calibri"/>
              </a:rPr>
              <a:t>React can't tell items apart -- causes bugs when the list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1">
                <a:solidFill>
                  <a:srgbClr val="1E2761"/>
                </a:solidFill>
                <a:latin typeface="Calibri"/>
              </a:rPr>
              <a:t>This is exactly the missing piece in the ImageGallery blank -- turning the images array into ImageCard elements.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Our Project's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What each frontend file is responsible for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App.jsx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Top-level layout; holds the shared image list and the refresh function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api/client.js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Every function that talks to the backend (fetch calls)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components/ImageUpload.jsx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The upload form and its submit handler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components/ImageGallery.jsx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Renders the grid of uploaded images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components/ImageCard.jsx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One image, plus its like button and comments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components/LikeButton.jsx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Like / unlike a single image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components/CommentSection.jsx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Comments for a single image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ourier New"/>
                        </a:rPr>
                        <a:t>components/FeedbackModal.jsx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The "leaving feedback" popup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How Data Flows: The Upload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What actually happens between clicking "Upload" and seeing the image appear</a:t>
            </a:r>
          </a:p>
        </p:txBody>
      </p:sp>
      <p:sp>
        <p:nvSpPr>
          <p:cNvPr id="5" name="Oval 4"/>
          <p:cNvSpPr/>
          <p:nvPr/>
        </p:nvSpPr>
        <p:spPr>
          <a:xfrm>
            <a:off x="845820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User selects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and clicks Upload</a:t>
            </a:r>
          </a:p>
        </p:txBody>
      </p:sp>
      <p:sp>
        <p:nvSpPr>
          <p:cNvPr id="9" name="Chevron 8"/>
          <p:cNvSpPr/>
          <p:nvPr/>
        </p:nvSpPr>
        <p:spPr>
          <a:xfrm>
            <a:off x="2148840" y="3419856"/>
            <a:ext cx="256032" cy="292608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2908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handleSubmit fires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in ImageUpload.jsx</a:t>
            </a:r>
          </a:p>
        </p:txBody>
      </p:sp>
      <p:sp>
        <p:nvSpPr>
          <p:cNvPr id="14" name="Chevron 13"/>
          <p:cNvSpPr/>
          <p:nvPr/>
        </p:nvSpPr>
        <p:spPr>
          <a:xfrm>
            <a:off x="3995928" y="3419856"/>
            <a:ext cx="256032" cy="292608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39996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6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uploadImage() sends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FormData to the backend</a:t>
            </a:r>
          </a:p>
        </p:txBody>
      </p:sp>
      <p:sp>
        <p:nvSpPr>
          <p:cNvPr id="19" name="Chevron 18"/>
          <p:cNvSpPr/>
          <p:nvPr/>
        </p:nvSpPr>
        <p:spPr>
          <a:xfrm>
            <a:off x="5843016" y="3419856"/>
            <a:ext cx="256032" cy="292608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7084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7084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Backend saves it,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responds with the new image</a:t>
            </a:r>
          </a:p>
        </p:txBody>
      </p:sp>
      <p:sp>
        <p:nvSpPr>
          <p:cNvPr id="24" name="Chevron 23"/>
          <p:cNvSpPr/>
          <p:nvPr/>
        </p:nvSpPr>
        <p:spPr>
          <a:xfrm>
            <a:off x="7690104" y="3419856"/>
            <a:ext cx="256032" cy="292608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4172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4172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onUploaded() re-fetches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the full image list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537192" y="3419856"/>
            <a:ext cx="256032" cy="292608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81260" y="3086100"/>
            <a:ext cx="960120" cy="96012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1260" y="3086100"/>
            <a:ext cx="96012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519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Gallery re-renders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663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with the new image visible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CADCFC"/>
                </a:solidFill>
                <a:latin typeface="Calibri"/>
              </a:rPr>
              <a:t>Steps 2 and 3 are exactly what the Task 1 "blank" asks you to implement.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You Need to Know for 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The exact concepts behind your two blanks -- everything else is already written</a:t>
            </a:r>
          </a:p>
        </p:txBody>
      </p:sp>
      <p:sp>
        <p:nvSpPr>
          <p:cNvPr id="5" name="Oval 4"/>
          <p:cNvSpPr/>
          <p:nvPr/>
        </p:nvSpPr>
        <p:spPr>
          <a:xfrm>
            <a:off x="754380" y="2007107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" y="2007107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938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FormData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77439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22A"/>
                </a:solidFill>
                <a:latin typeface="Calibri"/>
              </a:rPr>
              <a:t>Package the selected file so it can be sent as a file upload, not plain JSON</a:t>
            </a:r>
          </a:p>
        </p:txBody>
      </p:sp>
      <p:sp>
        <p:nvSpPr>
          <p:cNvPr id="9" name="Oval 8"/>
          <p:cNvSpPr/>
          <p:nvPr/>
        </p:nvSpPr>
        <p:spPr>
          <a:xfrm>
            <a:off x="754380" y="3012947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" y="3012947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3522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fetch() + async/await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83279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22A"/>
                </a:solidFill>
                <a:latin typeface="Calibri"/>
              </a:rPr>
              <a:t>Send the POST request to the backend and wait for its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" y="4018787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" y="4018787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4106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Array .map()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89119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22A"/>
                </a:solidFill>
                <a:latin typeface="Calibri"/>
              </a:rPr>
              <a:t>Turn the images array into a list of ImageCard elements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" y="5024627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" y="5024627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4690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Reading props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394959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22A"/>
                </a:solidFill>
                <a:latin typeface="Calibri"/>
              </a:rPr>
              <a:t>ImageCard already expects an image and imageUrl prop -- just pass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1E2761"/>
                </a:solidFill>
                <a:latin typeface="Calibri"/>
              </a:rPr>
              <a:t>Everything else -- loading states, error handling, wiring between components -- is already built for you.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5F7A"/>
                </a:solidFill>
                <a:latin typeface="Calibri"/>
              </a:rPr>
              <a:t>Quick reference for everything covered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02336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useState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Stores a value that can change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const [x, setX] = useState(0)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useEffect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Runs code after render (network calls, etc.)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useEffect(() =&gt; {...}, [])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props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Data passed from a parent to a child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&lt;Card image={img} /&gt;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onClick / onChange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Reacts to a user action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&lt;button onClick={fn}&gt;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.map() + key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Turns an array into a list of elements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arr.map(x =&gt; &lt;Row key={x.id}/&gt;)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fetch + async/await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Calls the backend and waits for a response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await fetch(url)</a:t>
                      </a:r>
                    </a:p>
                  </a:txBody>
                  <a:tcPr marL="109728" marR="109728" marT="54864" marB="54864" anchor="ctr">
                    <a:solidFill>
                      <a:srgbClr val="EEF3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ourier New"/>
                        </a:rPr>
                        <a:t>FormData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Packages a file for upload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A"/>
                          </a:solidFill>
                          <a:latin typeface="Courier New"/>
                        </a:rPr>
                        <a:t>formData.append('file', f)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A3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Where to Go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"/>
              </a:rPr>
              <a:t>react.dev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56232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Official React docs -- the best place to start, has interactive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"/>
              </a:rPr>
              <a:t>developer.mozilla.org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70632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MDN -- the reference for HTML, CSS, and JavaScript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"/>
              </a:rPr>
              <a:t>Your ticket's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685032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Re-read the acceptance criteria before asking for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libri"/>
              </a:rPr>
              <a:t>Ask in your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599432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Stuck on a blank? Comment on the line and tag a teammate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1">
                <a:solidFill>
                  <a:srgbClr val="CADCFC"/>
                </a:solidFill>
                <a:latin typeface="Calibri"/>
              </a:rPr>
              <a:t>You now know everything the two Task 1 blanks require. Go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